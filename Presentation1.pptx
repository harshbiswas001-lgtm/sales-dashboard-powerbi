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72413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577628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91356349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2438952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06346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987179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973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9390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79231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019FA0-E64F-2539-330A-56CE745504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A4A727-B197-3A3F-9265-9E4CA9F31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C58237-EADF-81B6-6E1B-6C215EAE5C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9C8294-855A-4162-68D3-7420EF72F8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D7200C-BE96-B3C1-72A4-53872DF587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18D6A6-4FAE-BACA-6049-C8C238E776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F6478B-3419-8D79-7947-C7447C3AD4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39379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271677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608032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644355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80696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2170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44112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91263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054859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34727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53003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32841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4371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13396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25818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102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032942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368887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4998662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678123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732974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37840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38329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732191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752880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62090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48655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3563962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280196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3347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643985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153492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764384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50544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7187070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828515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70084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78753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00843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008059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627093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80598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63198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229732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53745396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4771438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15443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37884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5970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6722532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527031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79386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62730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81117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563499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18838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049755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34824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06727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66004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904596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7651661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885484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003523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93184" y="1122362"/>
            <a:ext cx="8976986" cy="2257054"/>
          </a:xfrm>
        </p:spPr>
        <p:txBody>
          <a:bodyPr/>
          <a:lstStyle/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Title:</a:t>
            </a:r>
            <a:b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Sales Dashboard Analysis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Subtitle:</a:t>
            </a:r>
            <a:b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Data Analyst Internship – Task 4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Name:</a:t>
            </a:r>
            <a:b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Harsh Biswas </a:t>
            </a:r>
            <a:endParaRPr sz="9600"/>
          </a:p>
        </p:txBody>
      </p:sp>
      <p:sp>
        <p:nvSpPr>
          <p:cNvPr id="742285356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6023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1161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</a:t>
            </a:r>
            <a:endParaRPr sz="2800"/>
          </a:p>
          <a:p>
            <a:pPr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design an interactive dashboard for business stakeholders</a:t>
            </a:r>
            <a:endParaRPr sz="2800"/>
          </a:p>
          <a:p>
            <a:pPr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analyze key metrics like Sales and Profit</a:t>
            </a:r>
            <a:endParaRPr sz="2800"/>
          </a:p>
          <a:p>
            <a:pPr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support data-driven decision-making</a:t>
            </a:r>
            <a:endParaRPr sz="28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3196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41872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DATASET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Used Sales dataset (Superstore/Kaggle)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Data includes: 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Sales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Profit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Category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Region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 Date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4091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16950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TOOLS USED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Power BI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Cleaning (Power Query)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Visualization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6784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25356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DASHBOARD OVERVIEW</a:t>
            </a:r>
            <a:endParaRPr sz="24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Created KPI cards for Sales and Profit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Added charts for category and trend analysis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Included slicer for interactivity</a:t>
            </a:r>
            <a:endParaRPr/>
          </a:p>
        </p:txBody>
      </p:sp>
      <p:pic>
        <p:nvPicPr>
          <p:cNvPr id="12209320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76575" y="2283390"/>
            <a:ext cx="7768101" cy="4462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0352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5563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 VISUALS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KPI Cards (Total Sales, Total Profit)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Bar Chart (Sales by Category)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 Chart (Sales Trend Over Time)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Slicer (Region Filter)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9288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37296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CONCLUSION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Dashboard provides clear business insights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Helps in better decision-making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Interactive features improve user experience</a:t>
            </a:r>
            <a:r>
              <a:rPr lang="en-IN"/>
              <a:t>  </a:t>
            </a:r>
            <a:endParaRPr lang="en-IN"/>
          </a:p>
          <a:p>
            <a:pPr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 lang="en-IN"/>
              <a:t>                                    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945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9001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IN"/>
              <a:t>                          </a:t>
            </a:r>
            <a:endParaRPr lang="en-IN"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 lang="en-IN"/>
          </a:p>
          <a:p>
            <a:pPr marL="0" indent="0">
              <a:buFont typeface="Arial"/>
              <a:buNone/>
              <a:defRPr/>
            </a:pPr>
            <a:endParaRPr lang="en-IN"/>
          </a:p>
          <a:p>
            <a:pPr marL="0" indent="0">
              <a:buFont typeface="Arial"/>
              <a:buNone/>
              <a:defRPr/>
            </a:pPr>
            <a:r>
              <a:rPr lang="en-IN"/>
              <a:t>                                     </a:t>
            </a:r>
            <a:r>
              <a:rPr lang="en-IN" sz="4800"/>
              <a:t>Thank You</a:t>
            </a:r>
            <a:endParaRPr sz="4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2026-04-14T10:44:45Z</dcterms:modified>
</cp:coreProperties>
</file>